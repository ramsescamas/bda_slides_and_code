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SESIÓN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Introducción a Redis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Cache, estructuras en memoria y patrones de uso en sistemas reales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137160" cy="1371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Ramsés Camas Nájera, M.Sc.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5120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Politécnica de Chiapas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Rúbrica de la sesión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el estudiante será capaz de: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Explicar qué problema resuelve Redis y por qué es complementario (no sustituto) a PostgreSQL.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Decidir cuándo introducir Redis en un sistema y cuándo no hacerlo.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Identificar los escenarios canónicos donde Redis aporta valor real.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Operar Redis dentro de un docker-compose.yml con persistencia y healthcheck.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Implementar patrones básicos de cache y discutir sus trade-offs.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Reconocer anti-patrones comunes y sus consecuencias en producción.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623560"/>
            <a:ext cx="73152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623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  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 + integración en su proyecto Docker Compose del Corte 3.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¿Qué es Redis? (definición, historia, filosofía)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El modelo mental: memoria como base de datos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¿Por qué Redis? El problema que resuelve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Estructuras de datos nativas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¿Dónde implementar Redis? Casos canónicos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73736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¿Cuándo implementar Redis? (y cuándo NO)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Persistencia: RDB vs AOF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Redis en Docker Compose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Conexión desde backend (Node.js y Python)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Patrones, best practices y anti-patrones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Ejercicio guiado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0" cy="3931920"/>
          </a:xfrm>
          <a:prstGeom prst="line">
            <a:avLst/>
          </a:prstGeom>
          <a:noFill/>
          <a:ln w="12700">
            <a:solidFill>
              <a:srgbClr val="D6CFC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REDIS?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pPr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pPr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 </a:t>
            </a:r>
            <a:pPr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</a:t>
            </a:r>
            <a:pPr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ctionary </a:t>
            </a:r>
            <a:pPr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erver.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clave-valor en memoria, de código abierto, creada por Salvatore Sanfilippo (antirez) en 2009 mientras resolvía problemas de escalabilidad en un analizador de logs en tiempo real.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200400"/>
            <a:ext cx="3657600" cy="73152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In-memory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viven en RAM. Latencias típicas sub-milisegundo.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320040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3200400"/>
            <a:ext cx="3657600" cy="73152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Single-threaded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17720" y="38862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secuencial de comandos. Elimina locks y contención.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3200400"/>
            <a:ext cx="3657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3200400"/>
            <a:ext cx="3657600" cy="73152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Multi-modelo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03920" y="38862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Hashes, listas, sets, sorted sets, streams, bitmaps, HyperLogLog, geo.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está detrás de Twitter, GitHub, Stack Overflow, Instagram y Uber — una de las bases de datos más usadas a escala.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REDIS?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Filosofía de diseño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 diseñó alrededor de tres decisiones opinadas: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46304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Velocidad antes que features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2514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operación no puede ser rápida, Redis prefiere no ofrecerla. No hay JOINs, ni query planner, ni optimizador. Casi todo en O(1) u O(log n).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463040" y="3108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Simplicidad operativa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binario. Un archivo de configuración. Un puerto. Sin catálogos, sin migraciones de esquema, sin DDL.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46304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Estructuras como ciudadanos de primera clase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4526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Redis las estructuras son la base de datos: ranking → sorted set, cola → lista, deduplicar → set.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349240"/>
            <a:ext cx="73152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94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   </a:t>
            </a:r>
            <a:pPr indent="0" marL="0">
              <a:buNone/>
            </a:pPr>
            <a:r>
              <a:rPr lang="en-US" sz="13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PostgreSQL es una biblioteca con bibliotecarios, catálogo y salas de lectura, Redis es tu librero personal al lado del escritorio: sabes qué hay, dónde está, y lo alcanzas sin levantarte.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MENTAL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Memoria como base de datos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864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 (PostgreSQL)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disco es la verdad; la memoria es un acelerador (buffer pool, page cache).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486400" cy="1828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memoria es la verdad; el disco es un seguro contra reinicios.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 prácticas: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enorme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pero costo por GB mucho mayor (RAM cuesta ~10-50x más que SSD).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dataset debe caber en RAM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usar políticas de evicción explícitas.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datos cambia.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piensas en tablas ni JOINs: piensas en qué clave leer y qué estructura guardar.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durabilidad es una decisión explícita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un default.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REDIS?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que resuelve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sistema web crece en dos direcciones que golpean a la base relacional: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03120"/>
            <a:ext cx="73152" cy="21031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Más lecturas que escrituras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69748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e-commerce típico, por cada compra hay 100–1000 vistas de productos. Las lecturas repetidas del mismo dato desperdician recursos de PostgreSQL.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103120"/>
            <a:ext cx="73152" cy="2103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Datos efímeros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269748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Sesiones, tokens, rate limiters, carritos, rankings: vida corta, actualizaciones constantes, sin ACID completo. Inflan tablas si viven en PostgreSQL.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11064240" cy="1463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00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DE REDIS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a cada tipo de dato la herramienta adecuada. Deja que PostgreSQL maneje la fuente de verdad transaccional, y usa Redis para todo lo efímero, de alta frecuencia o naturalmente en memoria.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REDIS?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números importan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Latencias típicas para lectura de un dato simple: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 p50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 p99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(query con índice, local)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20–50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(JOINs complejos)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10–100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200–500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(GET simple)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0.1–0.3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(estructura compleja)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0.2–0.5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754880"/>
            <a:ext cx="3657600" cy="13716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800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548640" y="5669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magnitud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89120" y="47548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endpoint de 50 ms puede bajar a 5 ms.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Multiplícalo por millones de requests al día: el impacto en infraestructura, costos y experiencia es enorme.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además: cada lectura que atiende Redis es una que PostgreSQL no hace, liberando conexiones, CPU e I/O para operaciones transaccionales serias.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REDIS?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allá del cache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solo fuera un cache rápido, sería útil pero reemplazable. Lo especial son las primitivas que regala gratis: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286000"/>
            <a:ext cx="45720" cy="9601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77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Contadores atómicos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 sin race conditions ni locks.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56432" y="2286000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6432" y="2286000"/>
            <a:ext cx="45720" cy="9601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5" name="Text 13"/>
          <p:cNvSpPr/>
          <p:nvPr/>
        </p:nvSpPr>
        <p:spPr>
          <a:xfrm>
            <a:off x="3593592" y="2377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TTL automático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93592" y="2697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clave expira sola. Sesiones y tokens triviales.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64224" y="2286000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4224" y="2286000"/>
            <a:ext cx="45720" cy="9601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9" name="Text 17"/>
          <p:cNvSpPr/>
          <p:nvPr/>
        </p:nvSpPr>
        <p:spPr>
          <a:xfrm>
            <a:off x="6501384" y="2377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Operaciones de conjunto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01384" y="2697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Intersección, unión, diferencia de millones en ms.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72016" y="2286000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72016" y="2286000"/>
            <a:ext cx="45720" cy="9601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23" name="Text 21"/>
          <p:cNvSpPr/>
          <p:nvPr/>
        </p:nvSpPr>
        <p:spPr>
          <a:xfrm>
            <a:off x="9409176" y="2377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Sorted sets con score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09176" y="2697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Rankings, timelines, colas con prioridad.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410712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410712"/>
            <a:ext cx="45720" cy="9601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5021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Pub/Sub nativo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3822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ligera sin broker adicional.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56432" y="3410712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56432" y="3410712"/>
            <a:ext cx="45720" cy="9601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1" name="Text 29"/>
          <p:cNvSpPr/>
          <p:nvPr/>
        </p:nvSpPr>
        <p:spPr>
          <a:xfrm>
            <a:off x="3593592" y="35021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Pipelines &amp; transacciones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93592" y="3822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Minimizan round-trips agrupando comandos.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64224" y="3410712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4224" y="3410712"/>
            <a:ext cx="45720" cy="9601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5" name="Text 33"/>
          <p:cNvSpPr/>
          <p:nvPr/>
        </p:nvSpPr>
        <p:spPr>
          <a:xfrm>
            <a:off x="6501384" y="35021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Scripts Lua atómicos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01384" y="3822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compleja server-side sin contención.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272016" y="3410712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72016" y="3410712"/>
            <a:ext cx="45720" cy="9601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9" name="Text 37"/>
          <p:cNvSpPr/>
          <p:nvPr/>
        </p:nvSpPr>
        <p:spPr>
          <a:xfrm>
            <a:off x="9409176" y="35021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Locks distribuidos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409176" y="38221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NX EX como primitiva de exclusión mutua.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 resoluble con PostgreSQL, pero a costa de código más complejo, más carga en la base relacional o peor latencia. Redis los hace baratos.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Claves: la convención lo es todo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claves son strings binarios. No hay esquema. La convención de nombres es tu único contrato.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recomendada (separador : jerárquico):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603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{dominio}:{entidad}:{id}:{atributo}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03520" cy="173736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004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user:42:profile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user:42:sessions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order:1001:items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ratelimit:api:user:42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cache:product:sku:ABC-123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3108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prácticas: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3429000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':' como separador, no '/' ni '.'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Cortas pero legibles: cada byte cuenta con millones de claves.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uses espacios ni caracteres que requieran escape.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el esquema de claves como si fuera un schema SQL.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120640"/>
            <a:ext cx="73152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212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 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MAPS Disruptivo las claves de cache de embeddings siguen 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cache:embed:{hash}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las de sesión conversacional 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session:{user_id}:state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esquema está versionado en el repositorio junto al código.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más simple. Una clave, un valor (hasta 512 MB).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6858000" cy="365760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03120"/>
            <a:ext cx="6583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 user:42:name "Ramsés"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 user:42:name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"Ramsés"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 counter:visits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INCR counter:visits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INCR counter:visits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 counter:visits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"2"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SET session:abc123 "user42" EX 3600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Expira en 3600 segundos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TTL session:abc123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(integer) 3600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0" y="2011680"/>
            <a:ext cx="38404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2011680"/>
            <a:ext cx="73152" cy="36576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0" y="251460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objetos serializados (JSON).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atómicos (INCR, DECR).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con TTL automático.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binarios.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distribuidos (SET NX EX).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diccionario dentro de una clave. Ideal para modificar campos individuales sin reescribir el objeto completo.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6858000" cy="256032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0312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HSET user:42 name "Ramsés" age 25 city "Tuxtla"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HGET user:42 name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"Ramsés"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HINCRBY user:42 age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HGETALL user:42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1) "name"  2) "Ramsés"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3) "age"   4) "26"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5) "city"  6) "Tuxtla"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0" y="2011680"/>
            <a:ext cx="38404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2011680"/>
            <a:ext cx="73152" cy="2560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0" y="25146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hash es como una fila de una tabla, pero donde puedes leer o modificar columnas individuales en O(1).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11064240" cy="14173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937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ELEGIRLO SOBRE SET ... JSON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2578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vas a actualizar campos sueltos con frecuencia, o cuando quieres ahorrar memoria: los hashes pequeños usan codificación compacta interna (ziplist/listpack), significativamente más eficiente que un string JSON completo.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Lists y Sets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— enlazadas dobles, inserción O(1) en los extremos.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6858000" cy="118872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116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LPUSH queue:emails "email_1"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RPUSH queue:emails "email_3"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BRPOP queue:emails 5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Bloquea hasta 5s esperando un elemento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0" y="2194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Casos: colas simples, feeds de actividad, historial limitado con LTRIM.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— colecciones no ordenadas, sin duplicados. Operaciones de conjunto en el servidor.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6858000" cy="118872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31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SADD tags:post:1 "redis" "docker" "bda"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SADD tags:post:2 "redis" "postgres"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SINTER tags:post:1 tags:post:2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1) "redis"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0" y="4114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Casos: tags, permisos, "usuarios online", deduplicación.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394960"/>
            <a:ext cx="73152" cy="8229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440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 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operaciones de conjunto se ejecutan server-side: envías el comando, Redis hace el trabajo y devuelve el resultado. Nada de transferir millones de elementos al cliente.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Sorted Sets — la estrella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donde cada elemento tiene un score (float). Mantenidos ordenados automáticamente.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6858000" cy="292608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03120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ZADD leaderboard 1500 "alice"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ZADD leaderboard 2300 "bob"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ZADD leaderboard 1800 "carol"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ZREVRANGE leaderboard 0 2 WITHSCORES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1) "bob"     2) "2300"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3) "carol"   4) "1800"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5) "alice"   6) "1500"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ZINCRBY leaderboard 200 "alice"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0" y="2011680"/>
            <a:ext cx="3840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2011680"/>
            <a:ext cx="73152" cy="292608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0" y="2514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y rankings.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 con prioridad.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secundarios por timestamp.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con sliding window.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 ordenados por relevancia.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11064240" cy="10515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57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ZADD, ZREM, ZINCRBY en O(log n). ZRANGE/ZREVRANGE en O(log n + m). Implementado internamente como skip list + hash map: órdenes de magnitud más rápido que ORDER BY + LIMIT en una tabla con millones de filas.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IMPLEMENTAR REDIS?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posiciones arquitectónicas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64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73152" cy="10515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737360" y="1828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lateral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37360" y="2194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app y base primaria. La app consulta Redis primero; si hay miss, va a PostgreSQL y guarda el resultado. Patrón más común.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11064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80360"/>
            <a:ext cx="73152" cy="10515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08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737360" y="3017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Almacén primario de efímeros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3736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Sesiones, tokens, rate limiters, carritos. PostgreSQL ni se entera. Si se pierde, el impacto es recuperable.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11064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69080"/>
            <a:ext cx="73152" cy="105156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976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737360" y="4206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 de mensajería ligero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737360" y="4572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o Streams para comunicación entre servicios, background jobs, notificaciones en tiempo real. Alternativa a RabbitMQ/Kafka cuando sus garantías son excesivas.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532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MAPS Disruptivo, Redis ocupa las posiciones 01 y 02: cachea embeddings recuperados y mantiene el estado conversacional de ~100 usuarios concurrentes sin golpear PostgreSQL en cada turno.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IMPLEMENTAR REDIS?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Casos de uso canónicos (I)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37360"/>
            <a:ext cx="73152" cy="9601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de queries costosas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con JOINs, agregaciones o ventanas de tiempo. TTL corto (30s–5min) equilibra frescura y rendimiento.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34640"/>
            <a:ext cx="73152" cy="9601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71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Sesiones de usuario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337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Reemplazan cookies del lado servidor. Un SET session:TOKEN user_data EX 3600 resuelve autenticación con expiración automática.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31920"/>
            <a:ext cx="73152" cy="9601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69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434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con TTL por usuario/IP. Patrón clásico: INCR + EXPIRE, rechazo si supera 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029200"/>
            <a:ext cx="73152" cy="9601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66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flags y config dinámica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comportamiento sin redeploy. Redis responde en microsegundos; la app consulta en cada request sin penalización.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IMPLEMENTAR REDIS?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Casos de uso canónicos (II)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64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73152" cy="8046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83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Leaderboards y rankings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103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sets con ZINCRBY + ZREVRANGE. Imposible igualar con SQL en simplicidad y velocidad.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11064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06040"/>
            <a:ext cx="73152" cy="8046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97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Colas de trabajo ligeras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0175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LPUSH/BRPOP para productor/consumidor. Suficiente para background jobs simples. Para garantías fuertes, Redis Streams o broker dedicado.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1064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20440"/>
            <a:ext cx="73152" cy="8046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118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Pub/Sub en tiempo real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931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Notificaciones, chat, dashboards. Sin garantía de entrega pero extremadamente rápido.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64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434840"/>
            <a:ext cx="73152" cy="8046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5262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Deduplicación y bloom filters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846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"¿Ya procesé este evento?" con sets o bitmaps. Útil en pipelines e ingestión de streams.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349240"/>
            <a:ext cx="73152" cy="8046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440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Geolocalización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5760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GEOADD, GEORADIUS. Los N puntos más cercanos a una coordenada en milisegundos.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IMPLEMENTAR REDIS?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Señales a favor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Redis cuando veas al menos una de estas señales en tu sistema: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2240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Queries lentas que se repiten mucho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6060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SELECT 1000× por minuto con mismos parámetros → candidato obvio.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0" y="2240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saturado de lecturas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26060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alta, conexiones agotadas. Antes de escalar vertical o réplicas, evalúa Redis.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57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8720" y="3703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Necesitas TTL automático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Sesiones, tokens, códigos de verificación. En PostgreSQL es caro e incómodo.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657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58000" y="3703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Contadores atómicos a alta frecuencia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40690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métricas, likes/views. INCR es ~100× más rápido que UPDATE.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120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188720" y="5166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Estructuras que SQL modela mal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55321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Rankings, colas con prioridad, sets de tags, pub/sub. Si luchas contra tu schema, la herramienta no es adecuada.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502920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5120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858000" y="5166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Comunicación en tiempo real entre instancias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55321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resuelve esto sin agregar un broker pesado.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IMPLEMENTAR REDIS?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Cuándo NO hacerlo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más cara es agregar un componente que no aporta valor suficiente para justificar su complejidad operativa.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671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21671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sistema no tiene problemas de rendimiento reales.</a:t>
            </a:r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Premature optimization. Mide primero.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529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852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dataset no cabe cómodamente en RAM.</a:t>
            </a:r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Redis no es para terabytes. Si quieres cachear 500 GB, necesitas otra solución.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387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35387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durabilidad fuerte.</a:t>
            </a:r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Redis puede perder los últimos segundos/minutos ante crash. Si el dato no puede perderse jamás, vive en PostgreSQL.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245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42245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cambian siempre y son únicos por request.</a:t>
            </a:r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Cachear algo que solo se lee una vez es puro overhead.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9103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49103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equipo no tiene capacidad operativa para un servicio más.</a:t>
            </a:r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Monitoreo, backups, HA, seguridad, evicción. No es gratis.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5961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60120" y="55961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Buscas consistencia fuerte entre cache y base primaria.</a:t>
            </a:r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Mantener Redis sincronizado con PostgreSQL es no trivial. Si no aceptas eventual consistency, piénsalo dos veces.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6309360"/>
            <a:ext cx="1106424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RDB vs AOF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vive en memoria, pero ofrece dos mecanismos para sobrevivir reinicios: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4864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03120"/>
            <a:ext cx="5486400" cy="9144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Database — snapshot binario del dataset cada N segundos o tras M cambios.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566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  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compactos, restauración rápida, bajo overhead.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  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perder los últimos minutos de datos ante crash.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54864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103120"/>
            <a:ext cx="5486400" cy="914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AOF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2788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File — registra cada comando de escritura en un log.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566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  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 más durable (fsync por segundo o por escritura).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343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  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más grandes, restauración más lenta.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32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suelen habilitar ambos. RDB para snapshots periódicos rápidos, AOF para minimizar pérdida ante crash. Para cache puro, puedes deshabilitar persistencia y ganar rendimiento.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EN DOCKER COMPOSE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Configuración base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6583680" cy="448056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3736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services: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redis: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image: redis:7-alpine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container_name: bda_redis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restart: unless-stopped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ports: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- "6379:6379"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volumes: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- redis_data:/data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command: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redis-server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--appendonly yes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--maxmemory 256mb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--maxmemory-policy allkeys-lru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healthcheck: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test: ["CMD", "redis-cli", "ping"]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interval: 10s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timeout: 3s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retries: 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volumes: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redis_data: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0" y="1645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0" y="1965960"/>
            <a:ext cx="4297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redis:7-alpine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Imagen ligera (~40 MB).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--appendonly yes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Activa AOF.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--maxmemory + policy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Evicciona claves LRU cuando se llena. Sin esto, Redis falla escrituras al tope.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depends_on: condition: service_healthy en otros servicios.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EN DOCKER COMPOSE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Integrado con tu aplicación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6858000" cy="393192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37360"/>
            <a:ext cx="65836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services: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app: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build: ./app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depends_on: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redis: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condition: service_healthy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postgres: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condition: service_healthy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environment: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REDIS_URL: redis://redis:6379/0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DATABASE_URL: postgresql://user:pass@postgres:5432/bda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redis: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image: redis:7-alpine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# ... (config anterior)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postgres: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image: postgres:16-alpine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# ... (config del Corte 3)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0" y="1645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operativas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196596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como DNS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El nombre redis es el DNS dentro de la red de Compose. Conecta a redis://redis:6379, no a localhost.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base de datos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El /0 final es el índice lógico (Redis tiene 16: 0–15). Para la mayoría de proyectos basta con 0.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instancia por app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 se prefiere una instancia por servicio, no compartir DBs numéricas entre aplicaciones.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docker compose up  →  esperar healthy en ambos servicios  →  la app arranca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DESDE BACKEND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 con ioredis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recomendado: ioredis (robusto, reconexión automática, soporte cluster y Sentinel).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11064240" cy="41148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842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npm install ioredis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6858000" cy="283464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06040"/>
            <a:ext cx="6583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db/redis.js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Redis from "ioredis";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const redis = new Redis(process.env.REDIS_URL,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maxRetriesPerRequest: 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enableReadyCheck: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lazyConnect: false,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redis.on("connect", () =&gt; console.log("✓ Redis conectado"));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redis.on("error", (err) =&gt; console.error("Redis error:", err));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export default redis;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2514600"/>
            <a:ext cx="4023360" cy="283464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4" name="Text 12"/>
          <p:cNvSpPr/>
          <p:nvPr/>
        </p:nvSpPr>
        <p:spPr>
          <a:xfrm>
            <a:off x="7726680" y="260604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// routes/product.js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redis from "../db/redis.js";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{ pool } from "../db/pg.js";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export async function getProduct(sku)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const key = `cache:product:${sku}`;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const cached = await redis.get(key);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if (cached) return JSON.parse(cached);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const { rows } = await pool.query(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"SELECT * FROM products WHERE sku=$1", [sku]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await redis.setex(key, 300, JSON.stringify(rows[0]));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return rows[0];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532120"/>
            <a:ext cx="73152" cy="73152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  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módulo exporta la instancia de Redis. Evita crear conexiones por request: ioredis mantiene un pool interno, reusarla es gratis y respeta el límite de conexiones del servidor.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DESDE BACKEND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con redis-py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recomendado: redis-py (oficial, async/sync, connection pool por defecto).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11064240" cy="41148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842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pip install redis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6858000" cy="283464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06040"/>
            <a:ext cx="6583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db/redis_client.py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redis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ConnectionPool reutilizable en toda la 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pool = redis.ConnectionPool.from_url(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os.environ["REDIS_URL"],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decode_responses=True,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max_connections=20,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socket_timeout=3,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 = redis.Redis(connection_pool=pool)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Test de conexión al importar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r.ping()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2514600"/>
            <a:ext cx="4023360" cy="283464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4" name="Text 12"/>
          <p:cNvSpPr/>
          <p:nvPr/>
        </p:nvSpPr>
        <p:spPr>
          <a:xfrm>
            <a:off x="7726680" y="260604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services/product.py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json, psycopg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from db.redis_client import 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get_product(sku: str) -&gt; dict: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key = f"cache:product:{sku}"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cached = r.get(key)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if cached: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json.loads(cached)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with psycopg.connect(DB_URL) as 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row = c.execute(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"SELECT ... WHERE sku=%s", (sku,)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).fetchone()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r.setex(key, 300, json.dumps(row))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row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532120"/>
            <a:ext cx="73152" cy="731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  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decode_responses=True devuelve strings en vez de bytes (más cómodo para JSON). Para workloads async usa redis.asyncio con el mismo API; FastAPI y frameworks async lo integran de forma natural.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Cache-aside (lazy loading)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más común. La aplicación es responsable del cache.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1064240" cy="365760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03120"/>
            <a:ext cx="10789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json, redis, psycopg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 = redis.Redis(host="redis", port=6379, decode_responses=True)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get_product(sku: str) -&gt; dict: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cache_key = f"cache:product:{sku}"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# 1. Intentar leer del cache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cached = r.get(cache_key)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if cached: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return json.loads(cached)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# 2. Cache miss: consultar PostgreSQL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with psycopg.connect(DATABASE_URL) as conn: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row = conn.execute(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"SELECT sku, name, price FROM products WHERE sku = %s",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(sku,)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).fetchone()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product = {"sku": row[0], "name": row[1], "price": float(row[2])}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# 3. Guardar en cache con TTL de 5 minutos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r.setex(cache_key, 300, json.dumps(product))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product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y robusto, pero los primeros lectores pagan la latencia; el dato queda stale hasta que expire el TTL.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Write-through con invalidación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escribes en la base primaria, invalidas el cache en la misma operación.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1064240" cy="2560320"/>
          </a:xfrm>
          <a:prstGeom prst="rect">
            <a:avLst/>
          </a:prstGeom>
          <a:solidFill>
            <a:srgbClr val="1E29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0312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update_product_price(sku: str, new_price: float) -&gt; None: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cache_key = f"cache:product:{sku}"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with psycopg.connect(DATABASE_URL) as conn: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conn.execute(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"UPDATE products SET price = %s WHERE sku = %s",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(new_price, sku)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conn.commit()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AA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# Invalidar cache (la próxima lectura lo regenera)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r.delete(cache_key)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642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754880"/>
            <a:ext cx="73152" cy="1508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463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1206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mucho mejor, pero </a:t>
            </a:r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sistemas que pueden fallar de forma independiente.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el DELETE a Redis falla después del UPDATE en PostgreSQL, quedas con cache inconsistente.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avanzados (Outbox, CDC con Debezium) lo resuelven, pero exceden el alcance de esta sesión.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solidFill>
            <a:srgbClr val="0D6E6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6916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define TTL en datos de cache.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clave sin expiración es un leak en cámara lenta.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320040" cy="320040"/>
          </a:xfrm>
          <a:prstGeom prst="ellipse">
            <a:avLst/>
          </a:prstGeom>
          <a:solidFill>
            <a:srgbClr val="0D6E6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414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maxmemory + política de evicción.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allkeys-lru es el default razonable; noeviction es peligroso.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320040" cy="320040"/>
          </a:xfrm>
          <a:prstGeom prst="ellipse">
            <a:avLst/>
          </a:prstGeom>
          <a:solidFill>
            <a:srgbClr val="0D6E6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82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19125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pipelines para operaciones múltiples seguidas.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round-trips drásticamente.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032504"/>
            <a:ext cx="320040" cy="320040"/>
          </a:xfrm>
          <a:prstGeom prst="ellipse">
            <a:avLst/>
          </a:prstGeom>
          <a:solidFill>
            <a:srgbClr val="0D6E6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32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9410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 hit ratio y evicted_keys.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keyspace_hits vs keyspace_misses + INFO memory.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82312"/>
            <a:ext cx="320040" cy="320040"/>
          </a:xfrm>
          <a:prstGeom prst="ellipse">
            <a:avLst/>
          </a:prstGeom>
          <a:solidFill>
            <a:srgbClr val="0D6E6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82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908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el esquema de claves.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repositorio, como si fuera un schema SQL.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320040" cy="320040"/>
          </a:xfrm>
          <a:prstGeom prst="ellipse">
            <a:avLst/>
          </a:prstGeom>
          <a:solidFill>
            <a:srgbClr val="0D6E6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532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5440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expongas Redis sin contraseña ni red privada.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producción: requirepass + TLS + ACLs.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Anti-patrones comunes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556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6916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Redis como base primaria sin entender los riesgos.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durable solo si configuras persistencia y aceptas el modelo de pérdida potencial.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0545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4414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* en producción.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y bloquea el servidor single-threaded. Usa SCAN con cursor.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552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19125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JSON gigantes (&gt;100 KB) bajo una sola clave.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latencia y ancho de banda. Fragmenta o usa estructuras nativas.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032504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050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94106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definir TTL.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 o temprano agotas memoria.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82312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54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46908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stampede.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requests tras una expiración golpean PostgreSQL a la vez. Mitigación: TTL con jitter, locks, regeneración asíncrona.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5046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5440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consistencia fuerte entre Redis y PostgreSQL.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 hay sin trabajo extra.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Ejercicio guiado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38560" y="320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 · Corte 3 · Introducción a Redis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UPCh · Ramsés Camas Nájera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45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proyecto del Corte 3 ya tiene PostgreSQL en Docker Compose. Vas a integrar Redis como capa de cache.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Agrega el servicio redis a tu docker-compose.yml con la configuración base.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Agrega depends_on con condition: service_healthy en tu servicio app.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Elige una query lenta de tu proyecto (idealmente un SELECT con JOINs o agregaciones).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Implementa cache-aside con TTL razonable (60–300s).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Mide el tiempo de respuesta antes y después del cache (primer hit vs siguientes).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Implementa la invalidación correspondiente cuando ocurra un UPDATE o DELETE.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577840"/>
            <a:ext cx="73152" cy="685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623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  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docker compose up con ambos servicios healthy, fragmento del código cache-aside, y una nota breve (3–5 líneas) sobre el hit ratio observado.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01 · CIERRE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64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es una base de datos en memoria, multiestructura, no solo un cache.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lecturas repetidas costosas y datos efímeros que SQL modela mal.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implementa entre la app y la base primaria, como almacén de efímeros, o como bus ligero.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introduce cuando hay problemas reales medidos; no antes.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 a PostgreSQL: la base relacional sigue siendo la fuente de verdad.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patrones de cache tienen trade-offs reales de consistencia que deben hacerse explícitos.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anti-patrones más caros son los silenciosos: KEYS *, ausencia de TTL, cache stampede.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486400"/>
            <a:ext cx="11064240" cy="8686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577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Hardening de Base de Datos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Redis — BDA</dc:title>
  <dc:subject>PptxGenJS Presentation</dc:subject>
  <dc:creator>Ramsés Camas Nájera, M.Sc.</dc:creator>
  <cp:lastModifiedBy>Ramsés Camas Nájera, M.Sc.</cp:lastModifiedBy>
  <cp:revision>1</cp:revision>
  <dcterms:created xsi:type="dcterms:W3CDTF">2026-04-14T06:27:50Z</dcterms:created>
  <dcterms:modified xsi:type="dcterms:W3CDTF">2026-04-14T06:27:50Z</dcterms:modified>
</cp:coreProperties>
</file>